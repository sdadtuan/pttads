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9144000" cy="54864"/>
          </a:xfrm>
          <a:prstGeom prst="rect">
            <a:avLst/>
          </a:prstGeom>
          <a:solidFill>
            <a:srgbClr val="39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SEO/AEO Enterprise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DCFCE7"/>
                </a:solidFill>
              </a:defRPr>
            </a:pPr>
            <a:r>
              <a:t>Đào tạo vận hành trên PTTADS · ops-web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Hub · Research · Content · Technical · AEO · Báo cáo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v2.0 · 2026-07-25 · ~45 phút · docs/huong-dan-seo-aeo-ops.md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Mục lục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I. Tổng quan phân hệ &amp; stack kỹ thuật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II. Đăng nhập, phân quyền, điều hướng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III. Hub &amp; Client workspace (S-01 → S-04)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IV. Chiến lược OKR &amp; Research (S-05 → S-06)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V. Content pipeline &amp; Publish (S-07 → S-08)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VI. Technical · AEO · Báo cáo (S-09 → S-12)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VII. Governance · Automations · Rank · Freshness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VIII. Luồng hàng ngày &amp; onboard client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IX. Go-live Gate A · Tài liệu tham khảo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Vision — Vòng đời SEO/AEO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SPEC_SEO_AEO_OPERATING_SYSTEM.md §1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Chiến lược → Nghiên cứu → Sản xuất nội dung → QA kỹ thuật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→ Tối ưu AEO → Publish → Giám sát → Refresh → Báo cáo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Mục tiêu agency: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Tăng organic traffic &amp; non-brand visibility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Tăng citations trong AI / answer engines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Giảm thời gian vận hành · tăng QA pass rate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Nguyên tắc: multi-tenant · workflow-driven · measurable · governance-heavy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Stack canonical (2026-07-25)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Không dùng Flask /crm/seo cho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Staff UI: ops-web https://rs.pttads.vn/seo/*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Staff API: Nest ptt-crm-api /api/v1/seo/*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Domain/workers: Python ptt_seo/ + ptt_worker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Data: PostgreSQL schema seo_aeo.* (PostgreSQL-only)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CRM master: SQLite crm_customers (customer_id)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Flask /crm/seo/* → nginx redirect sang /seo/*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Portal client: portal.pttads.vn/seo (flag PTT_PORTAL_SEO_ENABLED)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Bản đồ module ops-web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19 routes · chi tiết: huong-dan-seo-aeo-ops.md §6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214"/>
                <a:gridCol w="2481942"/>
                <a:gridCol w="4653642"/>
              </a:tblGrid>
              <a:tr h="48629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Screen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Vai trò chính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</a:tr>
              <a:tr h="4862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S-01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KPI tổng · client health · drill-down</a:t>
                      </a:r>
                    </a:p>
                  </a:txBody>
                  <a:tcPr/>
                </a:tc>
              </a:tr>
              <a:tr h="4862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S-02/03 Clients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/seo/clients/:id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Workspace · settings · nav module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62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S-05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OKR/KPI tree · refresh · editor</a:t>
                      </a:r>
                    </a:p>
                  </a:txBody>
                  <a:tcPr/>
                </a:tc>
              </a:tr>
              <a:tr h="4862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S-06 Research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/seo/research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 tabs · brief → content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62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S-07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Kanban 13 stage · filters</a:t>
                      </a:r>
                    </a:p>
                  </a:txBody>
                  <a:tcPr/>
                </a:tc>
              </a:tr>
              <a:tr h="4862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S-09 Technical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/seo/technical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GSC/GA4 OAuth · crawl · CWV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62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S-10 AEO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/seo/aeo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Question bank · batch scan</a:t>
                      </a:r>
                    </a:p>
                  </a:txBody>
                  <a:tcPr/>
                </a:tc>
              </a:tr>
              <a:tr h="4862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S-12 Reports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/seo/reports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Dashboard · attribution · PDF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62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S-14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Policy publish</a:t>
                      </a:r>
                    </a:p>
                  </a:txBody>
                  <a:tcPr/>
                </a:tc>
              </a:tr>
              <a:tr h="486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Gate 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/seo/gate-a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Go-live readiness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Personas &amp; phân quyền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Admin → Phân quyền trang · ops-web ẩn nút nếu thiếu cap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8686799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133"/>
                <a:gridCol w="3539066"/>
                <a:gridCol w="2895600"/>
              </a:tblGrid>
              <a:tr h="8915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Vai trò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Section keys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Không được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Head SEO / MKT-01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Cả 6 keys crm_seo_aeo_*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Strategist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view + write + reports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approve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Writer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view + 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approve · settings</a:t>
                      </a:r>
                    </a:p>
                  </a:txBody>
                  <a:tcPr/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Tech SEO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view + technical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approve content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AM / KD-01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view + settings +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technical import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Đăng nhập &amp; điều hướng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1. https://rs.pttads.vn/login (staff ops-web)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2. Sidebar → Agency &amp; Hub → SEO/AEO Hub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3. Bookmark cũ /crm/seo tự redirect → /seo/hub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Context bar client workspace: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Client name · Domain · Market · Owner · Tier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Badge cảnh báo (UI/UX spec §3.4):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Critical issues → tab Kỹ thuật đỏ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Content overdue → tab Nội dung cam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AEO coverage &lt;50% → tab AEO vàng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Sync failed → banner 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S-01 Executive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/seo/hub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KPI grid: clients · GSC clicks · content delivery · critical · AEO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Bảng client health → click vào workspace (≤3 click)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Drill-down P2: content → /seo/content · technical → /seo/technical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Thao tác hàng ngày (Head SEO):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1. Kiểm tra sync banner (GSC/GA4 OK?)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2. Review client health đỏ/vàng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3. Drill-down issue critical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4. Export / báo cáo executive nếu cần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S-03 Client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/seo/clients/:id · SeoClientWorkspaceNav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3 tab nội bộ: Tổng quan · Roadmap · Tasks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7 link module với ?customer_id=: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Nghiên cứu · Nội dung · Kỹ thuật · AEO · Authority · Báo cáo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S-04 Settings (cap crm_seo_aeo_settings):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Domains / markets / languages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Brand guidelines JSON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GSC site + GA4 property (OAuth)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CMS webhook URL + secret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Approvers client_review chain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S-05 Chiến lược OKR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/seo/strategy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Cây Goal → KPI → Initiative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Refresh KPI: cập nhật current_value từ GSC/GA4 live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P1: form tạo/sửa KPI (PATCH .../strategy/kpis/:kpiId)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Khi nào dùng: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Kickoff client · review quý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Link initiative vào goal cụ thể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Báo cáo lãnh đạo từ OKR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S-06 Research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/seo/research · Flow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7 tabs: Keywords · Questions · Entities · Clusters · SERP · Pages · Opportunities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Quy trình điển hình: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1. Import keyword CSV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2. Gom cluster + assign keyword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3. Capture SERP (PTT_SERP_PROVIDER stub/live)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4. Sync GSC pages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5. Auto-link entities ↔ clusters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6. Chọn keyword → Tạo brief → Preview → Tạo content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Output: card Brief Ready trên Content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S-07 Content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/seo/content · 13 giai đoạn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Idea → Researching → Brief Ready → In Writing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→ SEO Review → AEO Review → Technical Review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→ Client Review → Approved → Published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→ Monitoring → Refresh Required → Archived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P2 filters: Full · Review only · Cần refresh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Review kanban: SEO/AEO review tách biệt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Ai làm gì: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Writer: In Writing → submit review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SEO: SEO Review approve/reject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AEO: AEO Review + checklist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AM: Client Review (hoặc portal client)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S-08 Publish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Content detail /seo/content/:id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Governance (PTT_SEO_GOVERNANCE_ENABLED=1):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Chặn publish nếu thiếu meta title, schema lỗi, chưa QA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Publish CMS: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Thủ công: Approved → Publish → CMS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• Tự động: PTT_SEO_CMS_AUTO_PUBLISH=1 → webhook khi Published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Audit trail: lịch sử approve/reject trên content detail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Runbook: runbooks/seo-cms-webhook-pilot.md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S-09 Technical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/seo/technical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Issue backlog: import crawl CSV → triage → gán fix → task CRM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GSC OAuth: Kết nối Google → sync clicks/impressions hàng ngày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GA4 OAuth: sessions · conversions · revenue (attribution S-12)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CWV panel: PageSpeed ingest (PTT_CWV_STUB staging)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Crawl connector: POST webhook ingest lịch (Gate E2)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Onboard bắt buộc mỗi client pilot: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Technical → OAuth GSC + GA4 → Sync → verify clicks &gt;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S-10 AEO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/seo/aeo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Question bank + coverage map theo client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Batch scan: enqueue job quét AI visibility (Anthropic)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Readiness score · mention trends · gap notes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Luồng: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Research questions → AEO bank → Scan → Gap → FAQ content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Gate D: PTT_AEO_SCHEDULE_ENABLED weekly auto-draft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P2 a11y: aria-live polite cho kết quả scan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S-12 Reporting &amp;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/seo/reports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Dashboard types: Executive · GSC · Content · Technical · Ops · BI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Charts: GSC sparkline · severity bar (crm_seo_charts pattern)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P1 Organic attribution panel: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Sessions · conversions · revenue · top landing pages</a:t>
            </a:r>
          </a:p>
          <a:p>
            <a:pPr lvl="1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  Điều kiện: GA4 sync + revenue events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Export PDF (cap reports) · ClickHouse BI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Lịch email: weekly/monthly cadence · Gửi ngay 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bổ sung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024128"/>
          <a:ext cx="86868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4572000"/>
              </a:tblGrid>
              <a:tr h="764177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Ghi chú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Automations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/seo/automations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Alerts · Run checks · Slack/Teams</a:t>
                      </a:r>
                    </a:p>
                  </a:txBody>
                  <a:tcPr/>
                </a:tc>
              </a:tr>
              <a:tr h="7641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/seo/governance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Policy engine · SOP 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Rank / SOV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/seo/ranks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Capture SERP · PTT_RANK_LIVE_ENABLED</a:t>
                      </a:r>
                    </a:p>
                  </a:txBody>
                  <a:tcPr/>
                </a:tc>
              </a:tr>
              <a:tr h="7641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Freshness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/seo/freshness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Decay queue · weekly scan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Experiments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/seo/experiments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Flag PTT_SEO_EXPERIMENTS_ENABLED</a:t>
                      </a:r>
                    </a:p>
                  </a:txBody>
                  <a:tcPr/>
                </a:tc>
              </a:tr>
              <a:tr h="76417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BI / CMS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/seo/bi · /seo/cms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Grafana · webhook pilot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Luồng vận hành hàng ngày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SEO Strategist / Writer / Tech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Sáng — sau cron GSC/GA4 (06:xx):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Hub → sync OK? → client health → critical issues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Strategist: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Research opportunities → brief → assign writer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Writer: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Pipeline In Writing → submit SEO/AEO review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Tech SEO: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Import crawl · resolve issues · CWV watch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Cuối tuần: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Freshness queue · Rank capture · báo cáo client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Onboard client SEO mới —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In A4: docs/forms/seo-aeo-ops-checklist-a4.html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86868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/>
                <a:gridCol w="6334125"/>
                <a:gridCol w="144780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Bước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Màn hình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Done?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CRM: tạo/chọn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/seo/clients/:id Settings — domain, tier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/seo/technical — GSC + GA4 OAuth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Sync + verify GSC clicks &gt; 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/seo/research — import keywords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/seo/strategy — OKR (nếu Gate 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Hub hiển thị KPI T+1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Portal map (tuỳ chọn)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Xử lý sự cố nhanh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024128"/>
          <a:ext cx="8686799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285"/>
                <a:gridCol w="2757714"/>
                <a:gridCol w="3860800"/>
              </a:tblGrid>
              <a:tr h="8915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Triệu chứng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Kiểm tra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398B43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Menu SEO ẩn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Cap crm_seo_aeo + NEXT_PUBLIC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Admin phân quyền · rebuild ops-web</a:t>
                      </a:r>
                    </a:p>
                  </a:txBody>
                  <a:tcPr/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GSC 0 rows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OAuth · site URL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Technical reconnect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Attribution trống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GA4 revenue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Sync + cron daily</a:t>
                      </a:r>
                    </a:p>
                  </a:txBody>
                  <a:tcPr/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Publish fail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Governance + CMS secret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Settings test webhook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SERP stub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PTT_SERP_PROVIDER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SerpAPI key live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Go-live Gate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FCE7"/>
                </a:solidFill>
              </a:defRPr>
            </a:pPr>
            <a:r>
              <a:t>/seo/gate-a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Soak ≥7 ngày: ./scripts/phase5_soak_record.sh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QA automated: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./scripts/seo_handoff_gate.sh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SEO_HANDOFF_SKIP_E2E=0 ./scripts/playwright_ops_seo_handoff_e2e.sh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./scripts/seo_gate_a_cutover_gate.sh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Staged prod flags: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1. PTT_SEO_GOVERNANCE_ENABLED=1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2. PTT_PORTAL_SEO_ENABLED=1 (sau portal map)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3. PTT_SEO_EXPERIMENTS_ENABLED=1 (sau UAT)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Sign-off: runbooks/phase5-prod-signoff-checklist.md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Tài liệu &amp; tài nguyên đào tạo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Hướng dẫn đầy đủ: docs/huong-dan-seo-aeo-ops.md (v2.0)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Master spec: docs/SPEC_SEO_AEO_OPERATING_SYSTEM.md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UI/UX: docs/SPEC_UI_UX_SEO_AEO.md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Roadmap: docs/SEO_AEO_COMPLETION_ROADMAP.md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Checklist in A4: docs/forms/seo-aeo-ops-checklist-a4.html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Tạo lại slide: python3 scripts/generate_seo_aeo_training_pptx.py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Env pilot: deploy/env.seo-aeo-pilot.example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Gate A prod: deploy/env.seo-gate-a-prod.example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546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Cảm 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Checklist A4: docs/forms/seo-aeo-ops-checklist-a4.html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PTT Advertising Solutions · SEO/AEO Ops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