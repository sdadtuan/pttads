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777240"/>
            <a:ext cx="1234440" cy="12344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14884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Checklist Tiếp Nhận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BFDBFE"/>
                </a:solidFill>
              </a:defRPr>
            </a:pPr>
            <a:r>
              <a:t>12 dịch vụ PTT — Dữ liệu &amp; tài liệu theo từng bước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Service Delivery · Giai đoạn Lead &amp; toàn vòng đời KH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Phiên bản 2026-06-30 | PTT Advertising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Mục lục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I. Khung phân tích chung (BANT+, Go/No-Go, tài sản số)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II. Tìm kiếm tự nhiên: dịch vụ 1, 2, 3, 4, 5 — 3 slide/dịch vụ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II. Thiết kế: dịch vụ 6, 7, 8 — 3 slide/dịch vụ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II. Quảng cáo: dịch vụ 9, 10, 11 — 3 slide/dịch vụ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II. Nội dung: dịch vụ 12 — 3 slide/dịch vụ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III. Quy trình AM &amp; mẫu BRD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Khung 4 lớp dữ liệu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868680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  <a:gridCol w="2171700"/>
                <a:gridCol w="2171700"/>
              </a:tblGrid>
              <a:tr h="106984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Lớp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Tên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Thu khi nào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Ví dụ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1069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Ngay có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Tên, SĐT, nguồn, dịch vụ</a:t>
                      </a:r>
                    </a:p>
                  </a:txBody>
                  <a:tcPr/>
                </a:tc>
              </a:tr>
              <a:tr h="1069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Qualify BANT+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Gặp Lead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Budget, authority, need, timeline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69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Lead / Tư vấn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Screenshot GSC, refs design</a:t>
                      </a:r>
                    </a:p>
                  </a:txBody>
                  <a:tcPr/>
                </a:tc>
              </a:tr>
              <a:tr h="1069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BRD / file NV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Sau tư vấn / sau ký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Scope IN/OUT, KPI, access list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Go / No-Go / Nurture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868680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/>
                <a:gridCol w="2895600"/>
                <a:gridCol w="2895600"/>
              </a:tblGrid>
              <a:tr h="106984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Kết quả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Điều kiện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Hành động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1069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Budget ≥ floor; need rõ; có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Hoàn Lead → Consult 30–45p</a:t>
                      </a:r>
                    </a:p>
                  </a:txBody>
                  <a:tcPr/>
                </a:tc>
              </a:tr>
              <a:tr h="1069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Nurture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Need rõ, budget/timeline chưa sẵn sàng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Follow-up 7–14 ngày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69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No-Go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Không fit ngành/ngân sách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Từ chối + gợi ý dịch vụ khác</a:t>
                      </a:r>
                    </a:p>
                  </a:txBody>
                  <a:tcPr/>
                </a:tc>
              </a:tr>
              <a:tr h="1069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Escalate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HĐ lớn / enterprise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DIR tham gia tư vấn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Nhóm: Tìm kiếm tự nhiên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Chi tiết từng dịch vụ — Overview · 7 bước ·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841248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863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1. SEO Tổng thể · 2. AEO · 3. SEO Local · 4. SEO Audit · 5. Quản trị Website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SEO Tổng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Tìm kiếm tự nhiên · dich-vu-seo-tong-the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Mô tả: Chiến lược SEO toàn diện — kỹ thuật, nội dung, liên kết. Retainer ≥3 tháng.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Đối tượng: DN có website, muốn tăng organic, giảm phụ thuộc Ads; SME hoặc enterprise.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CRM Lead (form): Ngành | Ngân sách/tháng | Domain | Nhu cầu cụ thể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KPI cam kết (tóm tắt): Traffic +20% (3T), +40% (6T); ≥50% từ khóa top 10; CWV đạt chuẩn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Câu hỏi qualify khi gặp KH: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Organic traffic/tháng hiện tại?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Lịch sử SEO &amp; agency cũ?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Top 5 từ khóa mục tiêu?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Quy mô site (URL/index)?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CMS &amp; ai duyệt thay đổi?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Penalty/traffic tụt gần đây?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SEO Tổng thể — 7 giai đoạn vòng đời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Service Delivery: Lead → Consult → Proposal → Onboard → Deliver → Handover → Retain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692"/>
                <a:gridCol w="2450123"/>
                <a:gridCol w="4232030"/>
                <a:gridCol w="890953"/>
              </a:tblGrid>
              <a:tr h="66865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Giai đoạn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Hành động chính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Dữ liệu / tài liệu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qualify tag seo-tong-the; AM phản hồi; tạo hồ sơ 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L0: liên hệ, nguồn lead | L1: ngành, domain, budget, pain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≤2h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 Tư vấn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Meeting khám phá; crawl sơ bộ; so sánh 2–3 đối thủ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URL; screenshot GSC/GA4; từ khóa mục tiêu; lịch sử SEO; đối thủ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1–3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 Báo giá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Proposal: on-page/technical/content/link; milestone 3–6T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KPI cam kết; timeline; ngân sách; phạm vi IN/OUT (BRD nháp)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≤2 ngày sau tư vấn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 Onboard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Thu access; kickoff; xác nhận cluster từ khóa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GSC + GA4 (Editor); từ khóa ưu tiên; brand guideline; đối thủ bám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48–72h sau ký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5. Triển khai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T1 technical fix | T2 on-page+content | T3+ link 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CMS access (nếu fix); content duyệt; báo cáo tiến độ hàng tháng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 tuần audit đầu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 Nghiệm thu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Báo cáo milestone: ranking, traffic, CWV trước/sau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Biên bản nghiệm thu từng mốc; CSAT ≥4.2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Theo milestone HĐ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7. Chăm sóc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Báo cáo tháng; alert tụt hạng; nhắc gia hạn 30 ngày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GSC/GA4 duy trì; đề xuất upsell AEO/Content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Trước ngày 5/tháng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SEO Tổng thể — Checklist tài liệu &amp;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AM mang checklist này khi gặp 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buổi Lead (KH mang/share):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URL | Screenshot GSC Performance | GA4 overview 12 tháng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Onboarding (sau ký HĐ):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GSC User | GA4 Editor | Danh sách từ khóa | Brand guideline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Red flags — cân nhắc No-Go: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Không có web | Budget &lt;3 tháng | Kỳ vọng top 1 trong 1 tháng | Từ chối duyệt content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Tiêu chí Go → Tư vấn: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Domain live ≥3T; budget retainer; cam kết ≥3 tháng; có decision maker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Hoàn task Lead trên CRM → đồng bộ Lead care stage: first_contact → chuyển Consult (sequential)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AEO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Tìm kiếm tự nhiên · dich-vu-aeo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Mô tả: Tối ưu xuất hiện trong ChatGPT, Gemini, Perplexity, Google SGE.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Đối tượng: Đã có SEO/content; ngành cạnh tranh (BĐS, TC, YTE, giáo dục); có website nội dung.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CRM Lead (form): Ngành | Domain | Ngân sách/tháng | Nhu cầu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KPI cam kết (tóm tắt): URL được SGE/AI trích dẫn tăng; ≥80% trang ưu tiên có FAQ; 0 lỗi schema critical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Câu hỏi qualify khi gặp KH: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Đã thử hỏi AI về thương hiệu?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FAQ/schema hiện có?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E-E-A-T: author, credentials?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URL ưu tiên?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Compliance duyệt nội dung (YTE)?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Song song SEO tổng thể?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AEO — 7 giai đoạn vòng đời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Service Delivery: Lead → Consult → Proposal → Onboard → Deliver → Handover → Retain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692"/>
                <a:gridCol w="2450123"/>
                <a:gridCol w="4232030"/>
                <a:gridCol w="890953"/>
              </a:tblGrid>
              <a:tr h="66865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Giai đoạn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Hành động chính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Dữ liệu / tài liệu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tag aeo; phân loại nhu cầu AI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Ngành, website, mục tiêu sơ bộ; kiểm tra KH có web +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≤2h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 Tư vấn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Meeting 30–45p; audit AI search presence sơ bộ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URL + 5 trang ưu tiên; câu hỏi KH hay nhận; FAQ hiện có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1–3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 Báo giá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Proposal: chiến lược AEO, timeline, KPI xuất hiện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Phạm vi URL; deliverable schema/FAQ; budget; BRD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≤2 ngày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 Onboard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Kickoff; checklist AEO; xác nhận mục tiêu &amp; kênh liên lạc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GSC, GA4, brand guideline, từ khóa; CMS deploy schema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48–72h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5. Triển khai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T1–2 kiểm kê content | T3–4 FAQ/schema/HowTo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Nội dung gốc KH; expert review (YTE/TC); duyệt ≤2 vòng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 tuần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 Nghiệm thu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Báo cáo URL tối ưu, schema, vs KPI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Rich Results Test; biên bản nghiệm thu; CSAT ≥4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Cuối tháng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7. Chăm sóc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Báo cáo SGE/AI citation hàng tháng; alert -20%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Theo dõi changelog AI providers; upsell SEO tổng thể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Trước ngày 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AEO — Checklist tài liệu &amp;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AM mang checklist này khi gặp 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buổi Lead (KH mang/share):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URL | Export câu hỏi CS/sales | Screenshot Rich Results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Onboarding (sau ký HĐ):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GSC | GA4 | Brand guideline | CMS admin (deploy schema)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Red flags — cân nhắc No-Go: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Site mỏng nội dung | Không expert review ngành regulated | Kỳ vọng AI luôn recommend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Tiêu chí Go → Tư vấn: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≥20 URL nội dung; sẵn sàng FAQ + schema; có CMS access sau ký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Hoàn task Lead trên CRM → đồng bộ Lead care stage: first_contact → chuyển Consult (sequential)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SEO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Tìm kiếm tự nhiên · dich-vu-seo-local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Mô tả: Google Maps, GBP, tìm kiếm địa phương — Local Pack top 3.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Đối tượng: Cửa hàng/chi nhánh; nhà hàng, spa, PK, BĐS, bán lẻ; cần hiển thị gần tôi.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CRM Lead (form): Ngành | Thành phố/khu vực | Tình trạng GBP | Ngân sách/tháng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KPI cam kết (tóm tắt): Local Pack top 3 từ khóa ưu tiên; NAP consistency; review growth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Câu hỏi qualify khi gặp KH: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Số chi nhánh &amp; NAP?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GBP verify &amp; owner?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Review/rating?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Duplicate/suspended?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Website NAP khớp?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Quy trình xin review?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SEO Local — 7 giai đoạn vòng đời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Service Delivery: Lead → Consult → Proposal → Onboard → Deliver → Handover → Retain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692"/>
                <a:gridCol w="2450123"/>
                <a:gridCol w="4232030"/>
                <a:gridCol w="890953"/>
              </a:tblGrid>
              <a:tr h="66865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Giai đoạn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Hành động chính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Dữ liệu / tài liệu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tag seo-local; phát hiện số chi nhánh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Ngành, khu vực, link GBP (nếu có), pain point 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≤2h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 Tư vấn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GBP audit sơ bộ; so sánh đối thủ local; 3 hành động ưu tiên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Link GBP; NAP từng chi nhánh; số review; mục tiêu (gọi/chỉ đường/form)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1–3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 Báo giá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Proposal: setup GBP, citation, local content, review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Số chi nhánh; KPI Local Pack %; timeline; budget/tháng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3–7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 Onboard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Access GBP owner; xác nhận từ khóa địa phương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GBP owner | Brand | Excel NAP chi nhánh | Ảnh cửa hàng | GPKD (verify)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48–72h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5. Triển khai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T1 tối ưu GBP | T2 NAP+citation+local content | Hàng tháng post/review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Ảnh chất lượng; mô tả GBP; website NAP khớp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 tuần setup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 Nghiệm thu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Báo cáo GBP status, NAP score, từ khóa map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Biên bản nghiệm thu setup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Cuối tuần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7. Chăm sóc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Báo cáo view/call/chỉ đường/review mới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Monitor review bombing; nhắc gia hạn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Hàng tháng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SEO Local — Checklist tài liệu &amp;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AM mang checklist này khi gặp 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buổi Lead (KH mang/share):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Link GBP | File Excel NAP | Ảnh storefront | Bản đồ khu vực target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Onboarding (sau ký HĐ):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GBP Owner | Ảnh team/SP | GPKD | Brand guideline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Red flags — cân nhắc No-Go: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GBP suspended | NAP lệch nhiều nơi | N chi nhánh, budget 1 điểm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Tiêu chí Go → Tư vấn: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Có GBP hoặc cam kết tạo; NAP cơ bản; budget theo số chi nhánh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Hoàn task Lead trên CRM → đồng bộ Lead care stage: first_contact → chuyển Consult (sequential)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SEO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Tìm kiếm tự nhiên · dich-vu-seo-audit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Mô tả: Audit technical, on-page, content, backlink — báo cáo ưu tiên hành động.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Đối tượng: Traffic tụt, penalty nghi ngờ, redesign, mua site, cần review trước SEO dài hạn.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CRM Lead (form): Domain audit | Ngành | Ngân sách audit | Mục tiêu audit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KPI cam kết (tóm tắt): Báo cáo đầy đủ 2–3 tuần; bảng ưu tiên impact×effort; 0 scope creep ngoài HĐ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Câu hỏi qualify khi gặp KH: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Trigger: tụt traffic/penalty/redesign?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Quy mô site (URL)?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Phạm vi audit mong muốn?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Deadline báo cáo?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Dev in-house fix?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Lịch sử đổi domain/migration?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SEO Audit — 7 giai đoạn vòng đời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Service Delivery: Lead → Consult → Proposal → Onboard → Deliver → Handover → Retain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692"/>
                <a:gridCol w="2450123"/>
                <a:gridCol w="4232030"/>
                <a:gridCol w="890953"/>
              </a:tblGrid>
              <a:tr h="66865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Giai đoạn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Hành động chính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Dữ liệu / tài liệu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tag seo-audit; phát hiện urgency (traffic tụt)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Domain, trigger audit, deadline báo cáo, ngân sách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≤2h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 Tư vấn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Crawl sơ bộ; 5–10 lỗi nhanh; xác định phạm vi audit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URL; lịch sử migration; quy mô site; phạm vi (tech/content/link)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1–3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 Báo giá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Proposal: danh mục kiểm tra, tool, format, 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Số trang giới hạn; deliverables; phí; 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3–5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 Onboard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Kickoff; checklist audit — BẮT BUỘC GSC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GSC + GA4 (24h) | URL ưu tiên | CMS read (nếu cần)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24h sau ký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5. Triển khai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T1 technical | T2 on-page+content | T3 backlink+tổng hợp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Access duy trì; stakeholder nhận báo cáo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2–3 tuần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 Nghiệm thu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Present 60p; báo cáo + bảng ưu tiên + phụ lục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Biên bản nghiệm thu; upsell SEO tổng thể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Cuối tuần 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7. Chăm sóc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Follow-up implement; đề xuất triển khai theo bảng ưu tiên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Tracking fix progress (nếu thuê thêm)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30 ngày sau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SEO Audit — Checklist tài liệu &amp;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AM mang checklist này khi gặp 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buổi Lead (KH mang/share):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URL | Screenshot GSC | Báo cáo SEO cũ | Mô tả vấn đề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Onboarding (sau ký HĐ):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GSC + GA4 (bắt buộc 24h) | URL ưu tiên | CMS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Red flags — cân nhắc No-Go: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Từ chối GSC | Site &gt;10k URL, budget nhỏ | Urgency cao, không có stakeholder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Tiêu chí Go → Tư vấn: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Cam kết GSC 24h; phạm vi &amp; số trang thống nhất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Hoàn task Lead trên CRM → đồng bộ Lead care stage: first_contact → chuyển Consult (sequential)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Quản trị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Tìm kiếm tự nhiên · dich-vu-quan-tri-website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Mô tả: Bảo trì WordPress/custom — update, bảo mật, content, fix lỗi, backup.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Đối tượng: Site đang vận hành; cần duy trì; vừa bàn giao thiết kế; site đang lỗi (urgency).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CRM Lead (form): Domain | Platform (WP/custom) | Ngành | Ngân sách/tháng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KPI cam kết (tóm tắt): Uptime SLA; response time; số tác vụ hoàn thành/tháng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Câu hỏi qualify khi gặp KH: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Lỗi hiện tại (urgency)?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WP version &amp; plugins?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Hosting ai sở hữu?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Tần suất cập nhật?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Ai tự sửa admin?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Backup &amp; staging?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SLA mong muốn?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Quản trị Website — 7 giai đoạn vòng đời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Service Delivery: Lead → Consult → Proposal → Onboard → Deliver → Handover → Retain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692"/>
                <a:gridCol w="2450123"/>
                <a:gridCol w="4232030"/>
                <a:gridCol w="890953"/>
              </a:tblGrid>
              <a:tr h="66865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Giai đoạn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Hành động chính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Dữ liệu / tài liệu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tag quan-tri-website; phát hiện urgency site lỗi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URL, platform, mô tả lỗi, ngân sách, tần suất cập nhật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≤2h (down ≤30p)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 Tư vấn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Kiểm tra sơ bộ: tốc độ, CMS version, lỗ hổng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Screenshot lỗi; hosting; plugin list; nhu cầu đặc thù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1–2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 Báo giá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Proposal: scope/tháng, SLA uptime, số lần cập nhật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Checklist bàn giao tiếp nhận; phí/tháng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2–5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 Onboard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Hồ sơ kỹ thuật; backup đầu tiên; kickoff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Hosting | wp-admin/FTP | domain | GA4 | handover dev cũ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48–72h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5. Triển khai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Hàng tuần: uptime, backup, update staging trước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Brief cập nhật content; ticket yêu cầu KH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Liên tục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 Báo cáo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Báo cáo tháng: uptime, tác vụ, lỗi &amp; xử lý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Incident log; đề xuất nâng cấp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Trước ngày 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7. Chăm sóc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Alert uptime &lt;99%; gia hạn; upsell SEO/design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Training KH quy tắc sửa an toàn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Hàng tháng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Quản trị Website — Checklist tài liệu &amp;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AM mang checklist này khi gặp 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buổi Lead (KH mang/share):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URL | Mô tả lỗi + screenshot | Hosting provider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Onboarding (sau ký HĐ):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wp-admin | Hosting/FTP | Domain | Handover doc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Red flags — cân nhắc No-Go: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KH tự admin hay phá | Không backup | Hosting yếu | Fix ngay chưa ký SLA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Tiêu chí Go → Tư vấn: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Site live; budget retainer; cam kết cung cấp access sau ký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Hoàn task Lead trên CRM → đồng bộ Lead care stage: first_contact → chuyển Consult (sequential)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Nhóm: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Chi tiết từng dịch vụ — Overview · 7 bước ·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841248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863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6. Thiết kế Website · 7. Website Trọn gói · 8. Landing Page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Thiết kế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Thiết kế · thiet-ke-website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Mô tả: UI/UX design — Figma/PSD, wireframe → UI, handoff developer. 5–7 tuần.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Đối tượng: Làm mới/redesign; cần design chuyên nghiệp; dev có thể bên thứ 3.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CRM Lead (form): Ngành | Loại web | Ngân sách | Deadline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KPI cam kết (tóm tắt): Deliverable đúng milestone; ≤2 vòng revision miễn phí; CSAT ≥4.2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Câu hỏi qualify khi gặp KH: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Redesign hay mới?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Số trang/template?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Refs design?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Brand guideline &amp; logo vector?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Mục tiêu CVR?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Số vòng revision?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Dev partner có không?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Thiết kế Website — 7 giai đoạn vòng đời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Service Delivery: Lead → Consult → Proposal → Onboard → Deliver → Handover → Retain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692"/>
                <a:gridCol w="2450123"/>
                <a:gridCol w="4232030"/>
                <a:gridCol w="890953"/>
              </a:tblGrid>
              <a:tr h="66865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Giai đoạn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Hành động chính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Dữ liệu / tài liệu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tag thiet-ke-website; redesign vs mới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Loại web, số trang ước tính, budget, deadline, refs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≤2h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 Tư vấn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Meeting: brand, refs, mục tiêu CVR; benchmark 3 site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Brand guideline | 3–5 URL tham khảo | sitemap sơ bộ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1–3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 Báo giá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Proposal: phạm vi trang, revision, timeline, format bàn giao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Deliverables Figma; milestone thanh toán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3–7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 Onboard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Design brief; kickoff xác nhận sitemap &amp; milestone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Logo SVG/EPS | Màu HEX | Font | Ảnh min 2MB | Nội dung trang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48–72h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5. Triển khai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T1–2 wireframe | T3–5 UI responsive | T6–7 handoff+review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Feedback tổng hợp; approval form trước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5–7 tuần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 Nghiệm thu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Bàn giao Figma + style guide + ghi chú dev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Checklist deliverable; biên bản nghiệm thu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Cuối tuần 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7. Chăm sóc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Upsell trọn gói hoặc quản trị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Hỗ trợ dev partner nếu cần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30 ngày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Thiết kế Website — Checklist tài liệu &amp;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AM mang checklist này khi gặp 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buổi Lead (KH mang/share):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Refs URL | Logo (nếu có) | Brand cơ bản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Onboarding (sau ký HĐ):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Logo SVG/EPS | HEX colors | Font license | Ảnh ≥2MB | Sitemap/nội dung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Red flags — cân nhắc No-Go: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Không logo vector | Deadline &lt;4T cho &gt;10 trang | Nhiều stakeholder, không ai duyệt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Tiêu chí Go → Tư vấn: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Budget &amp; deadline realistic; có refs; decision maker duyệt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Hoàn task Lead trên CRM → đồng bộ Lead care stage: first_contact → chuyển Consult (sequential)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Website Trọn gói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Thiết kế · thiet-ke-website-tron-goi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Mô tả: Design + dev + go-live — WordPress/custom. 8–12 tuần.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Đối tượng: Một đơn vị làm hết; landing/brochure/e-commerce; cần tích hợp payment/CRM.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CRM Lead (form): Ngành | Loại web | Tính năng | Ngân sách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KPI cam kết (tóm tắt): Go-live đúng milestone; QA checklist; warranty bug 30 ngày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Câu hỏi qualify khi gặp KH: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Loại web &amp; tính năng (cart, payment, đa ngôn ngữ)?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Tích hợp CRM/ERP?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WP vs custom?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Domain/hosting?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Ai cung cấp content — deadline?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SEO trong scope?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Quy mô SKU (e-comm)?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Website Trọn gói — 7 giai đoạn vòng đời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Service Delivery: Lead → Consult → Proposal → Onboard → Deliver → Handover → Retain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692"/>
                <a:gridCol w="2450123"/>
                <a:gridCol w="4232030"/>
                <a:gridCol w="890953"/>
              </a:tblGrid>
              <a:tr h="66865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Giai đoạn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Hành động chính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Dữ liệu / tài liệu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phân loại quy mô: landing/brochure/e-commerce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Tính năng sơ bộ, budget, timeline, ngành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≤2h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 Tư vấn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Meeting: tính năng, tích hợp, hosting, stack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BRD nháp: sitemap, user flow, feature list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1–3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 Báo giá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Proposal: scope design+dev, milestone,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Scope document IN/OUT ký trước dev; thanh toán theo mốc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3–7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 Onboard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Brief tổng hợp; kickoff sitemap cuối, tech stack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Brand | Domain/hosting | Content matrix | Integration spec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48–72h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5. Triển khai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T1–2 wireframe | T3–5 UI | T6–8 dev | T9–10 QA+UAT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Content deadline HĐ; staging test; tracking+SSL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8–12 tuần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 Nghiệm thu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Go-live readiness; biên bản; bàn giao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PageSpeed, mobile, form, tracking checklist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Go-live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7. Chăm sóc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Warranty 30 ngày; upsell quản trị/SEO/Ads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Training CMS cơ bản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30 ngày post-live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Website Trọn gói — Checklist tài liệu &amp;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AM mang checklist này khi gặp 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buổi Lead (KH mang/share):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Refs site | Feature list nháp | Brand cơ bản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Onboarding (sau ký HĐ):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Scope doc ký | Brand assets | Content matrix | Domain/hosting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Red flags — cân nhắc No-Go: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Feature creep | Content KH trễ | Không scope document | Thiếu payment spec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Tiêu chí Go → Tư vấn: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Scope ký trước dev; budget 8–12T; content plan có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Hoàn task Lead trên CRM → đồng bộ Lead care stage: first_contact → chuyển Consult (sequential)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Thiết kế · thiet-ke-landing-page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Mô tả: LP chuyển đổi cao cho campaign Ads/email. 1–2 tuần.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Đối tượng: Campaign Ads sắp chạy; deadline gấp; cần CVR-focused 1 trang.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CRM Lead (form): Ngành | Mục đích LP | Campaign đi kèm | Ngân sách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KPI cam kết (tóm tắt): PageSpeed pass; form+tracking OK; live đúng deadline campaign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Câu hỏi qualify khi gặp KH: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Deadline campaign?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CTA: form/gọi/mua?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Offer/USP/pricing?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Ads creative message?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Pixel/events?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Domain/subdomain?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Form fields &amp; CRM nhận lead?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Landing Page — 7 giai đoạn vòng đời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Service Delivery: Lead → Consult → Proposal → Onboard → Deliver → Handover → Retain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692"/>
                <a:gridCol w="2450123"/>
                <a:gridCol w="4232030"/>
                <a:gridCol w="890953"/>
              </a:tblGrid>
              <a:tr h="66865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Giai đoạn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Hành động chính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Dữ liệu / tài liệu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tag landing-page; urgency deadline 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Mục đích (lead/sale/event), campaign, budget, 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≤2h (≤5 ngày ≤1h)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 Tư vấn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Meeting 30p: CTA, USP, section, form fields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Ads creative | offer | refs LP ngành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 Báo giá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Proposal gọn: scope, timeline, giá, wireframe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Số section; revision; code hay design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1–2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 Onboard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Brief design+copy; checklist tracking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Copy USP final | Ảnh 1000×1000 | Logo SVG | Pixel/GTM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 sau ký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5. Triển khai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T1–3 design | T4–7 code+form+pixel | T8–10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Message match Ads; mobile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1–2 tuần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 Nghiệm thu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PageSpeed, form test, tracking events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URL live; access CMS/code; biên bản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Cuối tuần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7. Chăm sóc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Review CVR 30 ngày; upsell A/B test, 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Hotjar/heatmap đề xuất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30 ngày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Landing Page — Checklist tài liệu &amp;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AM mang checklist này khi gặp 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buổi Lead (KH mang/share):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Ads creative | USP/offer | Ảnh SP | Refs LP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Onboarding (sau ký HĐ):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Copy final | Logo SVG | Ảnh 1000×1000 | GTM/pixel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Red flags — cân nhắc No-Go: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Copy chưa chốt | Deadline &lt;5 ngày thiếu asset | Offer yếu, kỳ vọng CVR cao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Tiêu chí Go → Tư vấn: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Deadline ≥7 ngày (ideal); copy+ảnh sẵn; campaign date xác nhận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Hoàn task Lead trên CRM → đồng bộ Lead care stage: first_contact → chuyển Consult (sequential)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Nhóm: Quảng cáo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Chi tiết từng dịch vụ — Overview · 7 bước ·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841248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863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9. Facebook Ads · 10. Google Ads · 11. Thuê TK Quảng cáo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Facebook 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Quảng cáo · quang-cao-facebook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Mô tả: Quản lý Meta Ads — lead gen, sales, traffic. Retainer tháng.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Đối tượng: Chạy Ads mới hoặc tối ưu account hiện tại; cần CPL/ROAS ổn định.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CRM Lead (form): Ngành | Ngân sách/ngày | Mục tiêu campaign | Có TK Ads?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KPI cam kết (tóm tắt): CTR/CPL/ROAS theo cam kết; báo cáo tuần+tháng đúng hạn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Câu hỏi qualify khi gặp KH: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Mục tiêu lead/sale/traffic?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KPI CPL/ROAS baseline?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LP URL &amp; tốc độ?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Fanpage/BM owner?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Pixel/CAPI?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Creative ai làm?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Lịch sử policy/vi phạm?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Facebook Ads — 7 giai đoạn vòng đời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Service Delivery: Lead → Consult → Proposal → Onboard → Deliver → Handover → Retain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692"/>
                <a:gridCol w="2450123"/>
                <a:gridCol w="4232030"/>
                <a:gridCol w="890953"/>
              </a:tblGrid>
              <a:tr h="66865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Giai đoạn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Hành động chính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Dữ liệu / tài liệu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tag quang-cao-facebook; phân loại lead/sale/traffic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Ngân sách/ngày, mục tiêu, có BM/Ads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≤2h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 Tư vấn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Phân tích account (nếu có); benchmark CPL; strategy sơ bộ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Fanpage link | screenshot Ads Manager | LP URL | USP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1–3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 Báo giá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Proposal: cấu trúc campaign, KPI, phí quản lý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KPI CTR/CPL/ROAS; timeline; % spend nếu có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3–5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 Onboard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Setup BM, pixel, audience; media plan T1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BM partner | Pixel verify 24h | Creative kit | LP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48–72h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5. Triển khai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T1 setup campaign | T2+ daily optimize, A/B creative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Creative bank 4–6 tuần; báo cáo tuần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3–5 ngày setup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 Báo cáo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Tuần: reach/CTR/CPL | Tháng: vs KPI, kế hoạch T+1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Dashboard; nhận xét AM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Tuần + trước ngày 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7. Chăm sóc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Gia hạn; upsell Google Ads, retargeting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Scale budget; refresh creative 2 tuần/lần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Hàng tháng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Facebook Ads — Checklist tài liệu &amp;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AM mang checklist này khi gặp 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buổi Lead (KH mang/share):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Fanpage | Screenshot Ads Manager | LP URL | Media kit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Onboarding (sau ký HĐ):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BM partner | Pixel | Creative assets | LP/CMS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Red flags — cân nhắc No-Go: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Không LP | Pixel lỗi | Ngành hạn chế | Ngân sách/ngày quá thấp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Tiêu chí Go → Tư vấn: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LP live; spend/ngày đủ learning; BM access sau ký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Hoàn task Lead trên CRM → đồng bộ Lead care stage: first_contact → chuyển Consult (sequential)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Google 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Quảng cáo · quang-cao-google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Mô tả: Search, Shopping, Display, PMax — tối ưu CPA/ROAS.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Đối tượng: Search intent cao; e-commerce Shopping; ROAS/CPA target rõ.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CRM Lead (form): Ngành | Ngân sách/tháng | Loại campaign | Có Google Ads?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KPI cam kết (tóm tắt): Impression share ≥60%; CPA/ROAS cam kết; conversion data chính xác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Câu hỏi qualify khi gặp KH: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Search/Shopping/PMax?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Merchant Center/feed?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Conversion tracking OK?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ROAS/CPA target?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Geo &amp; ngôn ngữ?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AOV/margin?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Lịch sử account spend?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Google Ads — 7 giai đoạn vòng đời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Service Delivery: Lead → Consult → Proposal → Onboard → Deliver → Handover → Retain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692"/>
                <a:gridCol w="2450123"/>
                <a:gridCol w="4232030"/>
                <a:gridCol w="890953"/>
              </a:tblGrid>
              <a:tr h="66865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Giai đoạn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Hành động chính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Dữ liệu / tài liệu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phân loại search/shopping/display/PMax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Ngân sách/tháng, mục tiêu, account hiện trạng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≤2h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 Tư vấn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Keyword research; account audit; forecast CPL/ROAS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LP URL | SKU list | screenshot account | từ khóa brand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1–3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 Báo giá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Proposal: account structure, KPI, phí quản lý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Campaign plan; budget phân bổ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3–5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 Onboard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Conversion tracking verify; campaign structure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Ads partner | GA4 | GTM | Merchant Center+feed (Shopping)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48–72h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5. Triển khai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T1 setup RSA/extensions | T2+ bid, negatives, QS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Search term report; landing page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3–5 ngày setup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 Báo cáo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Tuần + tháng: impressions, CPA, conversions vs KPI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Auction insights; kế hoạch T+1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Tuần + trước ngày 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7. Chăm sóc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Gia hạn; upsell PMax/Shopping/FB 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Budget alert 50/75/90%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Hàng tháng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Google Ads — Checklist tài liệu &amp;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AM mang checklist này khi gặp 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buổi Lead (KH mang/share):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LP URL | SKU top sellers | Screenshot Google Ads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Onboarding (sau ký HĐ):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Ads partner | GA4 | GTM | Product feed XML/Sheet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Red flags — cân nhắc No-Go: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Conversion tracking sai | LP chậm | Budget cạn giữa tháng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Tiêu chí Go → Tư vấn: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LP ≥3s load; tracking plan; budget/tháng đủ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Hoàn task Lead trên CRM → đồng bộ Lead care stage: first_contact → chuyển Consult (sequential)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11. Thuê TK Quảng cáo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Quảng cáo · thue-tai-khoan-quang-cao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Mô tả: Thuê tài khoản Meta/Google/TikTok — setup 1–2 ngày.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Đối tượng: TK bị khóa; cần chạy gấp; không tự mở TK; spend lớn.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CRM Lead (form): Nền tảng | Ngân sách/tháng | Lý do thuê | Ngành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KPI cam kết (tóm tắt): TK active đúng hạn; minh bạch spend; 0 vi phạm do KH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Câu hỏi qualify khi gặp KH: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Meta/Google/TikTok?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Suspended/limit/mới?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Sản phẩm quảng cáo?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Spend/tháng?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Ai tạo creative?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Payment ai chịu?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Lịch sử vi phạm?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Ngành regulated?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11. Thuê TK Quảng cáo — 7 giai đoạn vòng đời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Service Delivery: Lead → Consult → Proposal → Onboard → Deliver → Handover → Retain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692"/>
                <a:gridCol w="2450123"/>
                <a:gridCol w="4232030"/>
                <a:gridCol w="890953"/>
              </a:tblGrid>
              <a:tr h="66865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Giai đoạn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Hành động chính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Dữ liệu / tài liệu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phát hiện urgency (bị khóa + campaign đang chạy)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Nền tảng, lý do thuê, spend/tháng, ngành, sản phẩm 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≤2h (khóa ≤1h)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 Tư vấn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Đánh giá rủi ro policy; giải thích điều khoản 2 bên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Lịch sử TK (screenshot) | mẫu creative | GPKD ngành regulated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 Báo giá/Ký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HĐ: phí thuê, % spend, trách nhiệm, chấm dứt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Draft HĐ sớm; KH cam kết tuân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1–2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 Onboard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Cấu hình TK, thẻ TT, BM; hướng dẫn an toàn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BM link | payment method | creative approved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1–2 ngày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5. Vận hành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KH/SP chạy campaign; monitor policy 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Creative pre-approval PTT; spend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Hàng tháng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 Báo cáo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Spend, phí thuê, tình trạng TK, sự cố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Hóa đơn minh bạch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Trước ngày 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7. Chăm sóc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Nhắc gia hạn 30 ngày; upsell Ads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Backup account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Hàng tháng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11. Thuê TK Quảng cáo — Checklist tài liệu &amp;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AM mang checklist này khi gặp 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buổi Lead (KH mang/share):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Screenshot email platform | Mẫu creative | GPKD | Mô tả lịch sử TK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Onboarding (sau ký HĐ):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BM access | Payment | Creative approved list | HĐ ký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Red flags — cân nhắc No-Go: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SP vi phạm policy | KH không cho review creative | Nhiều TK chết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Tiêu chí Go → Tư vấn: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Sản phẩm pass policy review; HĐ điều khoản ký; spend rõ ràng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Hoàn task Lead trên CRM → đồng bộ Lead care stage: first_contact → chuyển Consult (sequential)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Nhóm: Nội dung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Chi tiết từng dịch vụ — Overview · 7 bước ·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841248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863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12. Tiếp thị Nội dung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12. Tiếp thị Nội dung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Nội dung · tiep-thi-noi-dung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Mô tả: Content marketing — blog, social; retainer bài/tháng.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Đối tượng: Không team viết nội bộ; cần traffic organic + brand; cần lịch publish.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CRM Lead (form): Ngành | Kênh (blog/social) | Số bài/tháng | Ngân sách/tháng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KPI cam kết (tóm tắt): 100% bài đúng lịch; SEO on-page pass; traffic từ content tăng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Câu hỏi qualify khi gặp KH: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Kênh blog/social?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Persona &amp; tone?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Nội dung cũ — URL?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Ai duyệt — SLA?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Chủ đề cấm/claim?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Ai publish?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• Từ khóa ưu tiên?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12. Tiếp thị Nội dung — 7 giai đoạn vòng đời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Service Delivery: Lead → Consult → Proposal → Onboard → Deliver → Handover → Retain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692"/>
                <a:gridCol w="2450123"/>
                <a:gridCol w="4232030"/>
                <a:gridCol w="890953"/>
              </a:tblGrid>
              <a:tr h="66865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Giai đoạn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Hành động chính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Dữ liệu / tài liệu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tag tiep-thi-noi-dung; kênh blog/social/cả 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Ngành, tần suất, budget, mục tiêu traffic/brand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≤2h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 Tư vấn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Phân tích content hiện có; cluster chủ đề; calendar sơ bộ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Link blog/social | bài mẫu | persona | tone | đối thủ content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1–3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 Báo giá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Proposal: số bài/tháng, format, quy trình duyệt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Content calendar T1 minh họa; SLA duyệt 48h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Ngày 3–7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 Onboard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Strategy brief; persona; brand voice guide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Brand guideline | tone | từ khóa | chủ đề cấm | CMS publish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48–72h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5. Triển khai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T1 plan | T2–3 viết+AI review | T4 duyệt+publish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SEO brief/bài; ảnh minh họa; fact-check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Hàng tháng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 Báo cáo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Số bài publish; traffic; ranking; engagement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Đề xuất cluster T+1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Trước ngày 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7. Chăm sóc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Gia hạn; upsell SEO tổng thể, 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Calendar linh hoạt 70% plan + 30% trending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Hàng tháng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12. Tiếp thị Nội dung — Checklist tài liệu &amp;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AM mang checklist này khi gặp 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buổi Lead (KH mang/share):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Brand guideline | Bài mẫu | Link blog/social hiện tại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Tài liệu Onboarding (sau ký HĐ):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Tone/style guide | Keyword list | CMS access | Persona doc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Red flags — cân nhắc No-Go: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Duyệt chậm &gt;48h | Không brand voice | 100% AI không human review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Tiêu chí Go → Tư vấn:</a:t>
            </a:r>
          </a:p>
          <a:p>
            <a:pPr lvl="1"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Brand cơ bản có; người duyệt xác định; SLA 48h trong HĐ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Hoàn task Lead trên CRM → đồng bộ Lead care stage: first_contact → chuyển Consult (sequential)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Quy trình AM — Lead → Consult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1. Lead vào → ≤2h: phản hồi + CRM Lead + Service Lifecycle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2. AI qualify → Gọi/gặp: form Lead task + BANT+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3. Go/Nurture/No-Go → Go: lịch Consult + gửi checklist tài liệu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4. Hoàn task Lead (sequential) → chuyển Consult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5. Consult: thu L2 + BRD nháp → ≤2 ngày proposal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Sau mỗi buổi gặp Lead — ghi CRM: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Decision maker | Budget | Timeline | URL/GBP/Ads | Red flags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Tài liệu KH hứa gửi + deadline | Lịch Consult | Upsell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Mẫu BRD nháp (1 trang)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BFE"/>
                </a:solidFill>
              </a:defRPr>
            </a:pPr>
            <a:r>
              <a:t>Gửi KH sau buổi Lead — hoàn thiện trước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1. Mục tiêu kinh doanh (SMART)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2. Pain point hiện tại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3. KPI: baseline → target (tool đo)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4. Scope IN / OUT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5. Budget &amp; timeline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6. Stakeholder (duyệt content / Ads / kỹ thuật)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7. Tài sản hiện có (URL, GBP, Ads, brand)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8. Rủi ro &amp; ràng buộc (policy, penalty, deadline campaign)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9. Bước tiếp theo &amp; tài liệu KH gửi trước [ngày]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8288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1546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Cảm 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</a:defRPr>
            </a:pPr>
            <a:r>
              <a:t>PTT Advertising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CRM Service Delivery · Creative Martech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